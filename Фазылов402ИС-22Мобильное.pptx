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ru-RU" altLang="en-US">
                <a:sym typeface="+mn-ea"/>
              </a:rPr>
              <a:t>Мобильное приложение «Конвертер валют»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883343"/>
            <a:ext cx="9144000" cy="1655762"/>
          </a:xfrm>
        </p:spPr>
        <p:txBody>
          <a:bodyPr/>
          <a:p>
            <a:r>
              <a:rPr lang="ru-RU" altLang="en-US" sz="3200">
                <a:sym typeface="+mn-ea"/>
              </a:rPr>
              <a:t>Фазылов 402ИС-22</a:t>
            </a:r>
            <a:endParaRPr lang="ru-RU" altLang="en-US" sz="320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Содержание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342900" indent="-34290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Цель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проекта</a:t>
            </a:r>
            <a:endParaRPr lang="en-US" altLang="ru-RU">
              <a:solidFill>
                <a:schemeClr val="tx1"/>
              </a:solidFill>
              <a:latin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Выбор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технологии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(Kotlin vs Java)</a:t>
            </a:r>
            <a:endParaRPr lang="en-US" altLang="ru-RU">
              <a:solidFill>
                <a:schemeClr val="tx1"/>
              </a:solidFill>
              <a:latin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Демонстрация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интерфейса</a:t>
            </a:r>
            <a:endParaRPr lang="en-US" altLang="ru-RU">
              <a:solidFill>
                <a:schemeClr val="tx1"/>
              </a:solidFill>
              <a:latin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Логика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работ</a:t>
            </a:r>
            <a:endParaRPr lang="en-US" altLang="ru-RU">
              <a:solidFill>
                <a:schemeClr val="tx1"/>
              </a:solidFill>
              <a:latin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Особенности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реализации</a:t>
            </a:r>
            <a:endParaRPr lang="en-US" altLang="ru-RU">
              <a:solidFill>
                <a:schemeClr val="tx1"/>
              </a:solidFill>
              <a:latin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Результаты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и</a:t>
            </a:r>
            <a:r>
              <a:rPr lang="en-US" altLang="ru-RU">
                <a:solidFill>
                  <a:schemeClr val="tx1"/>
                </a:solidFill>
                <a:latin typeface="+mn-lt"/>
                <a:cs typeface="+mn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n-lt"/>
                <a:cs typeface="+mn-lt"/>
              </a:rPr>
              <a:t>выводы</a:t>
            </a:r>
            <a:endParaRPr lang="en-US" altLang="en-US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Цель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задачи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Цель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: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Создать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простое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удобное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приложение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для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конвертации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валют</a:t>
            </a:r>
            <a:endParaRPr lang="en-US" altLang="en-US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Задачи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: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Изучить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основы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разработки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под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Android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Освоить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язык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Kotlin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Реализовать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интуитивно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понятный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интерфейс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Внедрить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логику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конвертации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валют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Обеспечить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обработку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ошибок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пользователя</a:t>
            </a:r>
            <a:endParaRPr lang="en-US" altLang="en-US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Выбор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технологии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  <a:sym typeface="+mn-ea"/>
              </a:rPr>
              <a:t>: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Почему</a:t>
            </a:r>
            <a:r>
              <a:rPr lang="en-US" altLang="ru-RU">
                <a:latin typeface="Calibri" panose="020F0502020204030204" charset="0"/>
                <a:cs typeface="Calibri" panose="020F0502020204030204" charset="0"/>
                <a:sym typeface="+mn-ea"/>
              </a:rPr>
              <a:t> Kotlin?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Преимущества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Kotlin: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✅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Официальный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язык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Android (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поддержка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Google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2017)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✅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Более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безопасный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(null-safety,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предотвращение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ошибок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✅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Лаконичный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синтаксис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на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40%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меньше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кода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чем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Java)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✅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Полная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совместимость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Java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✅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Современные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функции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(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корутины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, extension-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функции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4704080"/>
            <a:ext cx="5313045" cy="2153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Интерфейс</a:t>
            </a:r>
            <a:r>
              <a:rPr lang="en-US" altLang="ru-RU"/>
              <a:t> </a:t>
            </a:r>
            <a:r>
              <a:rPr lang="en-US" altLang="en-US"/>
              <a:t>приложения</a:t>
            </a:r>
            <a:endParaRPr lang="en-US" alt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007870"/>
            <a:ext cx="6825615" cy="385889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353060"/>
            <a:ext cx="2767965" cy="6151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Логика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приложения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Алгоритм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конвертации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: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Пользователь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вводит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сумму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Выбирает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исходную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целевую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валюту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Нажимает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"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Конвертировать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"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 pitchFamily="34" charset="0"/>
            </a:pP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Приложение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переводит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сумму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через</a:t>
            </a:r>
            <a:r>
              <a:rPr lang="en-US" altLang="ru-RU" sz="24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USD:</a:t>
            </a:r>
            <a:endParaRPr lang="en-US" altLang="ru-RU" sz="24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lvl="1" indent="0">
              <a:buNone/>
            </a:pP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RUB </a:t>
            </a:r>
            <a:r>
              <a:rPr lang="en-US" altLang="en-US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USD </a:t>
            </a:r>
            <a:r>
              <a:rPr lang="en-US" altLang="en-US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EUR</a:t>
            </a:r>
            <a:endParaRPr lang="en-US" altLang="ru-RU" sz="2055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457200" lvl="1" indent="0">
              <a:buNone/>
            </a:pP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100 RUB </a:t>
            </a:r>
            <a:r>
              <a:rPr lang="en-US" altLang="en-US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1.33 USD </a:t>
            </a:r>
            <a:r>
              <a:rPr lang="en-US" altLang="en-US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1.13 EUR</a:t>
            </a:r>
            <a:endParaRPr lang="en-US" altLang="ru-RU" sz="2055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Ключевые</a:t>
            </a:r>
            <a:r>
              <a:rPr lang="en-US" altLang="ru-RU"/>
              <a:t> </a:t>
            </a:r>
            <a:r>
              <a:rPr lang="en-US" altLang="en-US"/>
              <a:t>компоненты</a:t>
            </a:r>
            <a:r>
              <a:rPr lang="en-US" altLang="ru-RU"/>
              <a:t> </a:t>
            </a:r>
            <a:r>
              <a:rPr lang="en-US" altLang="en-US"/>
              <a:t>кода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6901815" cy="2565400"/>
          </a:xfrm>
        </p:spPr>
        <p:txBody>
          <a:bodyPr>
            <a:noAutofit/>
          </a:bodyPr>
          <a:p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1. </a:t>
            </a:r>
            <a:r>
              <a:rPr lang="en-US" altLang="en-US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Хранение</a:t>
            </a: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курсов</a:t>
            </a:r>
            <a:r>
              <a:rPr lang="en-US" altLang="ru-RU" sz="2055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:</a:t>
            </a:r>
            <a:endParaRPr lang="en-US" altLang="ru-RU" sz="2055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ru-RU" sz="2055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ru-RU" sz="1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kotlin</a:t>
            </a:r>
            <a:endParaRPr lang="en-US" altLang="ru-RU" sz="16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ru-RU" sz="1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private val exchangeRates = mapOf(</a:t>
            </a:r>
            <a:endParaRPr lang="en-US" altLang="ru-RU" sz="16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ru-RU" sz="1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   "USD" to 1.0,</a:t>
            </a:r>
            <a:endParaRPr lang="en-US" altLang="ru-RU" sz="16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ru-RU" sz="1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   "EUR" to 0.85,</a:t>
            </a:r>
            <a:endParaRPr lang="en-US" altLang="ru-RU" sz="16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ru-RU" sz="1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   "RUB" to 75.0</a:t>
            </a:r>
            <a:r>
              <a:rPr lang="ru-RU" altLang="en-US" sz="1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)</a:t>
            </a:r>
            <a:endParaRPr lang="en-US" altLang="ru-RU" sz="16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ru-RU" sz="160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4701540"/>
            <a:ext cx="7147560" cy="1488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294255"/>
            <a:ext cx="10515600" cy="1325563"/>
          </a:xfrm>
        </p:spPr>
        <p:txBody>
          <a:bodyPr/>
          <a:p>
            <a:pPr algn="ctr"/>
            <a:r>
              <a:rPr lang="ru-RU" altLang="en-US"/>
              <a:t>Спасибо за внимание!</a:t>
            </a:r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9035" y="3620135"/>
            <a:ext cx="2233295" cy="1827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WPS Presentation</Application>
  <PresentationFormat>宽屏</PresentationFormat>
  <Paragraphs>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Выбор технологии: Почему Kotlin?</vt:lpstr>
      <vt:lpstr>Цель и задачи проекта</vt:lpstr>
      <vt:lpstr>Цель и задачи проекта</vt:lpstr>
      <vt:lpstr>Логика работы приложения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Dageour</cp:lastModifiedBy>
  <cp:revision>5</cp:revision>
  <dcterms:created xsi:type="dcterms:W3CDTF">2025-07-23T00:59:00Z</dcterms:created>
  <dcterms:modified xsi:type="dcterms:W3CDTF">2025-12-24T14:11:36Z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E9570D2E314C4FE9B5D2497FAA2293AB_13</vt:lpwstr>
  </property>
</Properties>
</file>